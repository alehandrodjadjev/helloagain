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Instrument Sans SemiBold"/>
      <p:regular r:id="rId17"/>
      <p:bold r:id="rId18"/>
      <p:italic r:id="rId19"/>
      <p:boldItalic r:id="rId20"/>
    </p:embeddedFont>
    <p:embeddedFont>
      <p:font typeface="Instrument Sans Medium"/>
      <p:regular r:id="rId21"/>
      <p:bold r:id="rId22"/>
      <p:italic r:id="rId23"/>
      <p:boldItalic r:id="rId24"/>
    </p:embeddedFont>
    <p:embeddedFont>
      <p:font typeface="Instrumen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InstrumentSansSemiBold-boldItalic.fntdata"/><Relationship Id="rId22" Type="http://schemas.openxmlformats.org/officeDocument/2006/relationships/font" Target="fonts/InstrumentSansMedium-bold.fntdata"/><Relationship Id="rId21" Type="http://schemas.openxmlformats.org/officeDocument/2006/relationships/font" Target="fonts/InstrumentSansMedium-regular.fntdata"/><Relationship Id="rId24" Type="http://schemas.openxmlformats.org/officeDocument/2006/relationships/font" Target="fonts/InstrumentSansMedium-boldItalic.fntdata"/><Relationship Id="rId23" Type="http://schemas.openxmlformats.org/officeDocument/2006/relationships/font" Target="fonts/InstrumentSansMedium-italic.fntdata"/><Relationship Id="rId26" Type="http://schemas.openxmlformats.org/officeDocument/2006/relationships/font" Target="fonts/InstrumentSans-bold.fntdata"/><Relationship Id="rId25" Type="http://schemas.openxmlformats.org/officeDocument/2006/relationships/font" Target="fonts/InstrumentSans-regular.fntdata"/><Relationship Id="rId28" Type="http://schemas.openxmlformats.org/officeDocument/2006/relationships/font" Target="fonts/InstrumentSans-boldItalic.fntdata"/><Relationship Id="rId27" Type="http://schemas.openxmlformats.org/officeDocument/2006/relationships/font" Target="fonts/Instrument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strumentSans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strumentSansSemiBold-italic.fntdata"/><Relationship Id="rId18" Type="http://schemas.openxmlformats.org/officeDocument/2006/relationships/font" Target="fonts/Instrument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8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5689900" y="0"/>
            <a:ext cx="2908800" cy="5143500"/>
            <a:chOff x="5689900" y="0"/>
            <a:chExt cx="2908800" cy="5143500"/>
          </a:xfrm>
        </p:grpSpPr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6" name="Google Shape;26;p3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" name="Google Shape;32;p4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4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39" name="Google Shape;39;p4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54" name="Google Shape;54;p6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55" name="Google Shape;55;p6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57" name="Google Shape;57;p6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58" name="Google Shape;58;p6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60" name="Google Shape;60;p6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61" name="Google Shape;61;p6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63" name="Google Shape;63;p6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7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7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7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7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7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7" name="Google Shape;77;p7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1" name="Google Shape;81;p7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9" name="Google Shape;89;p8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0" name="Google Shape;90;p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5" name="Google Shape;95;p8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8" name="Google Shape;98;p8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8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8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8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8" name="Google Shape;108;p9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9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9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9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112" name="Google Shape;112;p9"/>
          <p:cNvGrpSpPr/>
          <p:nvPr/>
        </p:nvGrpSpPr>
        <p:grpSpPr>
          <a:xfrm>
            <a:off x="5689900" y="0"/>
            <a:ext cx="2908800" cy="5143500"/>
            <a:chOff x="5689900" y="0"/>
            <a:chExt cx="2908800" cy="5143500"/>
          </a:xfrm>
        </p:grpSpPr>
        <p:pic>
          <p:nvPicPr>
            <p:cNvPr id="113" name="Google Shape;113;p9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9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8" name="Google Shape;118;p1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1pPr>
            <a:lvl2pPr indent="-228600" lvl="1" marL="9144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2pPr>
            <a:lvl3pPr indent="-228600" lvl="2" marL="1371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3pPr>
            <a:lvl4pPr indent="-228600" lvl="3" marL="18288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4pPr>
            <a:lvl5pPr indent="-228600" lvl="4" marL="22860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5pPr>
            <a:lvl6pPr indent="-228600" lvl="5" marL="2743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6pPr>
            <a:lvl7pPr indent="-228600" lvl="6" marL="32004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7pPr>
            <a:lvl8pPr indent="-228600" lvl="7" marL="3657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8pPr>
            <a:lvl9pPr indent="-228600" lvl="8" marL="41148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3600"/>
            </a:lvl9pPr>
          </a:lstStyle>
          <a:p/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123" name="Google Shape;123;p11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4" name="Google Shape;124;p11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i="1"/>
            </a:lvl9pPr>
          </a:lstStyle>
          <a:p/>
        </p:txBody>
      </p:sp>
      <p:sp>
        <p:nvSpPr>
          <p:cNvPr id="125" name="Google Shape;125;p11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6" name="Google Shape;126;p11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28" name="Google Shape;128;p11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29" name="Google Shape;129;p11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0" name="Google Shape;130;p11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131" name="Google Shape;131;p11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/>
        </p:txBody>
      </p:sp>
      <p:sp>
        <p:nvSpPr>
          <p:cNvPr id="132" name="Google Shape;132;p1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5" name="Google Shape;135;p12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6" name="Google Shape;136;p12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7" name="Google Shape;137;p1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8" name="Google Shape;138;p12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9" name="Google Shape;139;p12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0" name="Google Shape;140;p12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1" name="Google Shape;141;p1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2" name="Google Shape;142;p12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6" name="Google Shape;146;p1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8" name="Google Shape;148;p13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9" name="Google Shape;149;p1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3" name="Google Shape;153;p1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4" name="Google Shape;154;p14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2" name="Google Shape;162;p15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3" name="Google Shape;163;p15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65" name="Google Shape;165;p15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1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0" name="Google Shape;170;p16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1" name="Google Shape;171;p16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172" name="Google Shape;172;p16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16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6" name="Google Shape;176;p16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1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7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183" name="Google Shape;183;p17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186" name="Google Shape;186;p17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189" name="Google Shape;189;p17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191" name="Google Shape;191;p17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7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196" name="Google Shape;196;p18"/>
          <p:cNvPicPr preferRelativeResize="0"/>
          <p:nvPr/>
        </p:nvPicPr>
        <p:blipFill rotWithShape="1">
          <a:blip r:embed="rId2">
            <a:alphaModFix/>
          </a:blip>
          <a:srcRect b="23378" l="26958" r="35833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197" name="Google Shape;197;p18"/>
          <p:cNvPicPr preferRelativeResize="0"/>
          <p:nvPr/>
        </p:nvPicPr>
        <p:blipFill rotWithShape="1">
          <a:blip r:embed="rId3">
            <a:alphaModFix/>
          </a:blip>
          <a:srcRect b="1225" l="28621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9" name="Google Shape;209;p19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0" name="Google Shape;210;p19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1" name="Google Shape;211;p19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2" name="Google Shape;212;p19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9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9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7" name="Google Shape;217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6" name="Google Shape;226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20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8" name="Google Shape;228;p20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0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0" name="Google Shape;230;p20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0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2" name="Google Shape;232;p20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3" name="Google Shape;233;p20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5" name="Google Shape;235;p20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6" name="Google Shape;236;p20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7" name="Google Shape;237;p20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8" name="Google Shape;238;p20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9" name="Google Shape;239;p20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0" name="Google Shape;240;p20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1" name="Google Shape;241;p20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43" name="Google Shape;243;p20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44" name="Google Shape;244;p20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45" name="Google Shape;245;p20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46" name="Google Shape;246;p20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249" name="Google Shape;249;p21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21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2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256" name="Google Shape;256;p2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2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2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4" name="Google Shape;264;p23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5" name="Google Shape;265;p2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8" name="Google Shape;268;p23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9" name="Google Shape;269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3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2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4" name="Google Shape;274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278" name="Google Shape;278;p25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9" name="Google Shape;279;p25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0" name="Google Shape;280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283" name="Google Shape;283;p2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4" name="Google Shape;284;p26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5" name="Google Shape;285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26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7" name="Google Shape;287;p26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88" name="Google Shape;288;p26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1" name="Google Shape;291;p26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2" name="Google Shape;292;p26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3" name="Google Shape;293;p26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5" name="Google Shape;295;p26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8" name="Google Shape;298;p27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9" name="Google Shape;299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27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1" name="Google Shape;301;p27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2" name="Google Shape;302;p27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3" name="Google Shape;303;p27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4" name="Google Shape;304;p27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05" name="Google Shape;305;p27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6" name="Google Shape;306;p27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7" name="Google Shape;307;p27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308" name="Google Shape;308;p27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9" name="Google Shape;309;p27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0" name="Google Shape;310;p27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311" name="Google Shape;311;p27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6" name="Google Shape;316;p28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7" name="Google Shape;317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" name="Google Shape;318;p28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9" name="Google Shape;319;p28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0" name="Google Shape;320;p28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1" name="Google Shape;321;p28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2" name="Google Shape;322;p28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4" name="Google Shape;324;p28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5" name="Google Shape;325;p28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6" name="Google Shape;326;p28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7" name="Google Shape;327;p28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8" name="Google Shape;328;p28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9" name="Google Shape;329;p28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30" name="Google Shape;330;p28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31" name="Google Shape;331;p28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32" name="Google Shape;332;p28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33" name="Google Shape;333;p28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34" name="Google Shape;334;p28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35" name="Google Shape;335;p28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36" name="Google Shape;336;p28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37" name="Google Shape;337;p28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0" name="Google Shape;340;p29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41" name="Google Shape;341;p29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2" name="Google Shape;342;p29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43" name="Google Shape;343;p29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4" name="Google Shape;344;p29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45" name="Google Shape;345;p2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7" name="Google Shape;347;p29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9" name="Google Shape;349;p29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0" name="Google Shape;350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29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52" name="Google Shape;352;p29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53" name="Google Shape;353;p29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54" name="Google Shape;354;p29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57" name="Google Shape;35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2" name="Google Shape;36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76" name="Google Shape;376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7" name="Google Shape;377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382" name="Google Shape;382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8" name="Google Shape;398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5" name="Google Shape;405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06" name="Google Shape;406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3" name="Google Shape;413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5" name="Google Shape;415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16" name="Google Shape;416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0" name="Google Shape;430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8" name="Google Shape;43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0" name="Google Shape;440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1" name="Google Shape;441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2" name="Google Shape;452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1" name="Google Shape;461;p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2" name="Google Shape;46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5" name="Google Shape;46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8" name="Google Shape;468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9" name="Google Shape;469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5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5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4" name="Google Shape;47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7" name="Google Shape;47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0" name="Google Shape;480;p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1" name="Google Shape;48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4" name="Google Shape;48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8" name="Google Shape;488;p5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9" name="Google Shape;489;p5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0" name="Google Shape;49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3" name="Google Shape;49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6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7" name="Google Shape;49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7" name="Google Shape;45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8" name="Google Shape;45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/>
          <p:nvPr/>
        </p:nvSpPr>
        <p:spPr>
          <a:xfrm>
            <a:off x="284700" y="4434600"/>
            <a:ext cx="18480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Company Name</a:t>
            </a:r>
            <a:endParaRPr b="0" i="0" sz="800" u="none" cap="none" strike="noStrike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5" name="Google Shape;505;p63"/>
          <p:cNvSpPr/>
          <p:nvPr/>
        </p:nvSpPr>
        <p:spPr>
          <a:xfrm>
            <a:off x="2132824" y="4434600"/>
            <a:ext cx="12936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Date</a:t>
            </a:r>
            <a:endParaRPr b="0" i="0" sz="800" u="none" cap="none" strike="noStrike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6" name="Google Shape;506;p63"/>
          <p:cNvSpPr txBox="1"/>
          <p:nvPr>
            <p:ph type="title"/>
          </p:nvPr>
        </p:nvSpPr>
        <p:spPr>
          <a:xfrm>
            <a:off x="291800" y="465200"/>
            <a:ext cx="5666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Hello Again</a:t>
            </a:r>
            <a:endParaRPr/>
          </a:p>
        </p:txBody>
      </p:sp>
      <p:pic>
        <p:nvPicPr>
          <p:cNvPr id="507" name="Google Shape;507;p63" title="360_F_240038184_A8w52DTBWJTz2fJZN5dAF9MA8VnertVs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147351">
            <a:off x="100511" y="1996343"/>
            <a:ext cx="2216379" cy="2216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3" name="Google Shape;513;p6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14" name="Google Shape;514;p64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The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highlight>
                  <a:schemeClr val="accent3"/>
                </a:highlight>
              </a:rPr>
              <a:t>Problem</a:t>
            </a:r>
            <a:endParaRPr>
              <a:highlight>
                <a:schemeClr val="accent3"/>
              </a:highlight>
            </a:endParaRPr>
          </a:p>
        </p:txBody>
      </p:sp>
      <p:sp>
        <p:nvSpPr>
          <p:cNvPr id="515" name="Google Shape;515;p64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descr="A handful of wispy clouds scattered across a bright blue sky. &#10;" id="516" name="Google Shape;516;p64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23009" l="69187" r="-18" t="22966"/>
          <a:stretch/>
        </p:blipFill>
        <p:spPr>
          <a:xfrm>
            <a:off x="6084175" y="474750"/>
            <a:ext cx="2771400" cy="145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17" name="Google Shape;517;p64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18" name="Google Shape;518;p64"/>
          <p:cNvSpPr txBox="1"/>
          <p:nvPr/>
        </p:nvSpPr>
        <p:spPr>
          <a:xfrm>
            <a:off x="771900" y="2030675"/>
            <a:ext cx="4471200" cy="18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"/>
              <a:buChar char="-"/>
            </a:pPr>
            <a:r>
              <a:rPr b="0" i="0" lang="en" sz="2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Many isolated elders</a:t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"/>
              <a:buChar char="-"/>
            </a:pPr>
            <a:r>
              <a:rPr b="0" i="0" lang="en" sz="2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Technology serves old, not young</a:t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"/>
              <a:buChar char="-"/>
            </a:pPr>
            <a:r>
              <a:rPr b="0" i="0" lang="en" sz="2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Rural lag</a:t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19" name="Google Shape;519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5375" y="476400"/>
            <a:ext cx="2771400" cy="18645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20" name="Google Shape;520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084175" y="2935150"/>
            <a:ext cx="2771400" cy="17337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5"/>
          <p:cNvSpPr/>
          <p:nvPr/>
        </p:nvSpPr>
        <p:spPr>
          <a:xfrm>
            <a:off x="2451138" y="2630400"/>
            <a:ext cx="2055000" cy="10740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6" name="Google Shape;526;p65"/>
          <p:cNvSpPr/>
          <p:nvPr/>
        </p:nvSpPr>
        <p:spPr>
          <a:xfrm>
            <a:off x="282463" y="2630400"/>
            <a:ext cx="2051400" cy="1074000"/>
          </a:xfrm>
          <a:prstGeom prst="roundRect">
            <a:avLst>
              <a:gd fmla="val 1134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7" name="Google Shape;527;p65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Around 20% of </a:t>
            </a:r>
            <a:r>
              <a:rPr lang="en"/>
              <a:t>Bulgaria's</a:t>
            </a:r>
            <a:r>
              <a:rPr lang="en"/>
              <a:t> population lives in villages around the country.</a:t>
            </a:r>
            <a:endParaRPr/>
          </a:p>
        </p:txBody>
      </p:sp>
      <p:sp>
        <p:nvSpPr>
          <p:cNvPr id="528" name="Google Shape;528;p65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Villages</a:t>
            </a:r>
            <a:endParaRPr/>
          </a:p>
        </p:txBody>
      </p:sp>
      <p:sp>
        <p:nvSpPr>
          <p:cNvPr id="529" name="Google Shape;529;p65"/>
          <p:cNvSpPr txBox="1"/>
          <p:nvPr>
            <p:ph type="title"/>
          </p:nvPr>
        </p:nvSpPr>
        <p:spPr>
          <a:xfrm>
            <a:off x="284700" y="672475"/>
            <a:ext cx="42192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530" name="Google Shape;530;p65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31" name="Google Shape;531;p6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65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Population</a:t>
            </a:r>
            <a:endParaRPr/>
          </a:p>
        </p:txBody>
      </p:sp>
      <p:sp>
        <p:nvSpPr>
          <p:cNvPr id="533" name="Google Shape;533;p65"/>
          <p:cNvSpPr/>
          <p:nvPr/>
        </p:nvSpPr>
        <p:spPr>
          <a:xfrm>
            <a:off x="1313250" y="3960386"/>
            <a:ext cx="2162100" cy="7674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200" u="none" cap="none" strike="noStrike">
                <a:solidFill>
                  <a:srgbClr val="E6E8F0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1.7 million in rural areas</a:t>
            </a:r>
            <a:endParaRPr b="0" i="0" sz="900" u="none" cap="none" strike="noStrike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34" name="Google Shape;534;p65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5000</a:t>
            </a:r>
            <a:endParaRPr/>
          </a:p>
        </p:txBody>
      </p:sp>
      <p:sp>
        <p:nvSpPr>
          <p:cNvPr id="535" name="Google Shape;535;p65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E6E8F0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340–350</a:t>
            </a:r>
            <a:endParaRPr/>
          </a:p>
        </p:txBody>
      </p:sp>
      <p:sp>
        <p:nvSpPr>
          <p:cNvPr id="536" name="Google Shape;536;p6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id="537" name="Google Shape;537;p65" title="Points scor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913" y="1540213"/>
            <a:ext cx="4333062" cy="267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6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600"/>
              <a:t>The Goal</a:t>
            </a:r>
            <a:endParaRPr sz="3600"/>
          </a:p>
        </p:txBody>
      </p:sp>
      <p:sp>
        <p:nvSpPr>
          <p:cNvPr id="543" name="Google Shape;543;p6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4" name="Google Shape;544;p66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45" name="Google Shape;545;p66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id="546" name="Google Shape;54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950" y="150018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6"/>
          <p:cNvSpPr txBox="1"/>
          <p:nvPr/>
        </p:nvSpPr>
        <p:spPr>
          <a:xfrm>
            <a:off x="605650" y="1781300"/>
            <a:ext cx="4987500" cy="28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"/>
              <a:buChar char="-"/>
            </a:pPr>
            <a:r>
              <a:rPr b="0" i="0" lang="en" sz="2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 old people connect</a:t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"/>
              <a:buChar char="-"/>
            </a:pPr>
            <a:r>
              <a:rPr b="0" i="0" lang="en" sz="2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Bridge modern tech with seniors</a:t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"/>
              <a:buChar char="-"/>
            </a:pPr>
            <a:r>
              <a:rPr b="0" i="0" lang="en" sz="2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Provide easier accessibility to applications</a:t>
            </a:r>
            <a:endParaRPr b="0" i="0" sz="2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7"/>
          <p:cNvSpPr/>
          <p:nvPr/>
        </p:nvSpPr>
        <p:spPr>
          <a:xfrm>
            <a:off x="284700" y="1713838"/>
            <a:ext cx="8572200" cy="646200"/>
          </a:xfrm>
          <a:prstGeom prst="roundRect">
            <a:avLst>
              <a:gd fmla="val 2947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3" name="Google Shape;553;p67"/>
          <p:cNvSpPr/>
          <p:nvPr/>
        </p:nvSpPr>
        <p:spPr>
          <a:xfrm>
            <a:off x="284700" y="2484175"/>
            <a:ext cx="8572200" cy="646200"/>
          </a:xfrm>
          <a:prstGeom prst="roundRect">
            <a:avLst>
              <a:gd fmla="val 2947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4" name="Google Shape;554;p67"/>
          <p:cNvSpPr/>
          <p:nvPr/>
        </p:nvSpPr>
        <p:spPr>
          <a:xfrm>
            <a:off x="284700" y="3254513"/>
            <a:ext cx="8572200" cy="646200"/>
          </a:xfrm>
          <a:prstGeom prst="roundRect">
            <a:avLst>
              <a:gd fmla="val 2947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5" name="Google Shape;555;p67"/>
          <p:cNvSpPr/>
          <p:nvPr/>
        </p:nvSpPr>
        <p:spPr>
          <a:xfrm>
            <a:off x="284700" y="4024838"/>
            <a:ext cx="8572200" cy="646200"/>
          </a:xfrm>
          <a:prstGeom prst="roundRect">
            <a:avLst>
              <a:gd fmla="val 2947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6" name="Google Shape;556;p67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57" name="Google Shape;557;p67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Solution</a:t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558" name="Google Shape;558;p67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Voice instead of movement</a:t>
            </a:r>
            <a:endParaRPr/>
          </a:p>
        </p:txBody>
      </p:sp>
      <p:sp>
        <p:nvSpPr>
          <p:cNvPr id="559" name="Google Shape;559;p67"/>
          <p:cNvSpPr txBox="1"/>
          <p:nvPr>
            <p:ph idx="5" type="subTitle"/>
          </p:nvPr>
        </p:nvSpPr>
        <p:spPr>
          <a:xfrm>
            <a:off x="5841998" y="1713825"/>
            <a:ext cx="2769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Complete control over application via audio</a:t>
            </a:r>
            <a:endParaRPr/>
          </a:p>
        </p:txBody>
      </p:sp>
      <p:sp>
        <p:nvSpPr>
          <p:cNvPr id="560" name="Google Shape;560;p67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Networking</a:t>
            </a:r>
            <a:endParaRPr/>
          </a:p>
        </p:txBody>
      </p:sp>
      <p:sp>
        <p:nvSpPr>
          <p:cNvPr id="561" name="Google Shape;561;p67"/>
          <p:cNvSpPr txBox="1"/>
          <p:nvPr>
            <p:ph idx="8" type="subTitle"/>
          </p:nvPr>
        </p:nvSpPr>
        <p:spPr>
          <a:xfrm>
            <a:off x="5867950" y="2483575"/>
            <a:ext cx="2717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Personality and interest  based connections</a:t>
            </a:r>
            <a:endParaRPr/>
          </a:p>
        </p:txBody>
      </p:sp>
      <p:sp>
        <p:nvSpPr>
          <p:cNvPr id="562" name="Google Shape;562;p67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Intuitive UI</a:t>
            </a:r>
            <a:endParaRPr/>
          </a:p>
        </p:txBody>
      </p:sp>
      <p:sp>
        <p:nvSpPr>
          <p:cNvPr id="563" name="Google Shape;563;p67"/>
          <p:cNvSpPr txBox="1"/>
          <p:nvPr>
            <p:ph idx="14" type="subTitle"/>
          </p:nvPr>
        </p:nvSpPr>
        <p:spPr>
          <a:xfrm>
            <a:off x="5841998" y="3253325"/>
            <a:ext cx="2769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Fluid interface adapted to personal desire</a:t>
            </a:r>
            <a:endParaRPr/>
          </a:p>
        </p:txBody>
      </p:sp>
      <p:sp>
        <p:nvSpPr>
          <p:cNvPr id="564" name="Google Shape;564;p67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Tailored for elders</a:t>
            </a:r>
            <a:endParaRPr/>
          </a:p>
        </p:txBody>
      </p:sp>
      <p:sp>
        <p:nvSpPr>
          <p:cNvPr id="565" name="Google Shape;565;p67"/>
          <p:cNvSpPr txBox="1"/>
          <p:nvPr>
            <p:ph idx="17" type="subTitle"/>
          </p:nvPr>
        </p:nvSpPr>
        <p:spPr>
          <a:xfrm>
            <a:off x="5842000" y="4027275"/>
            <a:ext cx="2838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Multiple specialized features made for seniors</a:t>
            </a:r>
            <a:endParaRPr/>
          </a:p>
        </p:txBody>
      </p:sp>
      <p:sp>
        <p:nvSpPr>
          <p:cNvPr id="566" name="Google Shape;566;p6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7" name="Google Shape;56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9250" y="2299278"/>
            <a:ext cx="30187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8"/>
          <p:cNvSpPr txBox="1"/>
          <p:nvPr/>
        </p:nvSpPr>
        <p:spPr>
          <a:xfrm>
            <a:off x="1626900" y="1384350"/>
            <a:ext cx="58902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</a:t>
            </a:r>
            <a:endParaRPr b="0" i="0" sz="50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9"/>
          <p:cNvSpPr/>
          <p:nvPr/>
        </p:nvSpPr>
        <p:spPr>
          <a:xfrm>
            <a:off x="284700" y="2169300"/>
            <a:ext cx="8572200" cy="23469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8" name="Google Shape;578;p6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v</a:t>
            </a:r>
            <a:endParaRPr/>
          </a:p>
        </p:txBody>
      </p:sp>
      <p:sp>
        <p:nvSpPr>
          <p:cNvPr id="579" name="Google Shape;579;p69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Ekipa</a:t>
            </a:r>
            <a:endParaRPr/>
          </a:p>
        </p:txBody>
      </p:sp>
      <p:sp>
        <p:nvSpPr>
          <p:cNvPr id="580" name="Google Shape;580;p69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81" name="Google Shape;581;p69"/>
          <p:cNvSpPr/>
          <p:nvPr/>
        </p:nvSpPr>
        <p:spPr>
          <a:xfrm>
            <a:off x="499690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2" name="Google Shape;582;p69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Full Name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i="1" lang="en" sz="800"/>
              <a:t>Title</a:t>
            </a:r>
            <a:endParaRPr i="1" sz="800"/>
          </a:p>
        </p:txBody>
      </p:sp>
      <p:sp>
        <p:nvSpPr>
          <p:cNvPr id="583" name="Google Shape;583;p69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Full Name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i="1" lang="en" sz="800"/>
              <a:t>Title</a:t>
            </a:r>
            <a:endParaRPr sz="800"/>
          </a:p>
        </p:txBody>
      </p:sp>
      <p:sp>
        <p:nvSpPr>
          <p:cNvPr id="584" name="Google Shape;584;p69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Full Name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i="1" lang="en" sz="800"/>
              <a:t>Title</a:t>
            </a:r>
            <a:endParaRPr sz="800"/>
          </a:p>
        </p:txBody>
      </p:sp>
      <p:sp>
        <p:nvSpPr>
          <p:cNvPr id="585" name="Google Shape;585;p69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Full Name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i="1" lang="en" sz="800"/>
              <a:t>Title</a:t>
            </a:r>
            <a:endParaRPr sz="800"/>
          </a:p>
        </p:txBody>
      </p:sp>
      <p:sp>
        <p:nvSpPr>
          <p:cNvPr id="586" name="Google Shape;586;p69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Full Name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i="1" lang="en" sz="800"/>
              <a:t>Title</a:t>
            </a:r>
            <a:endParaRPr sz="800"/>
          </a:p>
        </p:txBody>
      </p:sp>
      <p:sp>
        <p:nvSpPr>
          <p:cNvPr id="587" name="Google Shape;587;p69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Full Name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i="1" lang="en" sz="800"/>
              <a:t>Title</a:t>
            </a:r>
            <a:endParaRPr sz="800"/>
          </a:p>
        </p:txBody>
      </p:sp>
      <p:sp>
        <p:nvSpPr>
          <p:cNvPr id="588" name="Google Shape;588;p69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89" name="Google Shape;589;p69"/>
          <p:cNvSpPr/>
          <p:nvPr/>
        </p:nvSpPr>
        <p:spPr>
          <a:xfrm>
            <a:off x="1891825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0" name="Google Shape;590;p69"/>
          <p:cNvSpPr/>
          <p:nvPr/>
        </p:nvSpPr>
        <p:spPr>
          <a:xfrm>
            <a:off x="3281965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1" name="Google Shape;591;p69"/>
          <p:cNvSpPr/>
          <p:nvPr/>
        </p:nvSpPr>
        <p:spPr>
          <a:xfrm>
            <a:off x="4672115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2" name="Google Shape;592;p69"/>
          <p:cNvSpPr/>
          <p:nvPr/>
        </p:nvSpPr>
        <p:spPr>
          <a:xfrm>
            <a:off x="6062265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3" name="Google Shape;593;p69"/>
          <p:cNvSpPr/>
          <p:nvPr/>
        </p:nvSpPr>
        <p:spPr>
          <a:xfrm>
            <a:off x="7452415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94" name="Google Shape;59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2450" y="0"/>
            <a:ext cx="23415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5" y="2230075"/>
            <a:ext cx="1727525" cy="291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3758539" y="-813462"/>
            <a:ext cx="2244425" cy="3871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2946850" cy="514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45075" y="2230075"/>
            <a:ext cx="2185068" cy="29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69"/>
          <p:cNvSpPr txBox="1"/>
          <p:nvPr/>
        </p:nvSpPr>
        <p:spPr>
          <a:xfrm>
            <a:off x="333425" y="474750"/>
            <a:ext cx="2280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lt2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Ekipa</a:t>
            </a:r>
            <a:endParaRPr b="0" i="0" sz="2000" u="none" cap="none" strike="noStrike">
              <a:solidFill>
                <a:schemeClr val="lt2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0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605" name="Google Shape;605;p70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AI Stack</a:t>
            </a:r>
            <a:endParaRPr/>
          </a:p>
        </p:txBody>
      </p:sp>
      <p:sp>
        <p:nvSpPr>
          <p:cNvPr id="606" name="Google Shape;606;p70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Slide 00</a:t>
            </a:r>
            <a:endParaRPr/>
          </a:p>
        </p:txBody>
      </p:sp>
      <p:pic>
        <p:nvPicPr>
          <p:cNvPr id="607" name="Google Shape;60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25187" y="2762300"/>
            <a:ext cx="2626200" cy="1111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08" name="Google Shape;608;p70"/>
          <p:cNvPicPr preferRelativeResize="0"/>
          <p:nvPr/>
        </p:nvPicPr>
        <p:blipFill rotWithShape="1">
          <a:blip r:embed="rId4">
            <a:alphaModFix/>
          </a:blip>
          <a:srcRect b="0" l="-2375" r="0" t="0"/>
          <a:stretch/>
        </p:blipFill>
        <p:spPr>
          <a:xfrm>
            <a:off x="1631325" y="2037675"/>
            <a:ext cx="2746100" cy="25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70"/>
          <p:cNvSpPr txBox="1"/>
          <p:nvPr>
            <p:ph idx="9" type="subTitle"/>
          </p:nvPr>
        </p:nvSpPr>
        <p:spPr>
          <a:xfrm>
            <a:off x="1932775" y="1582650"/>
            <a:ext cx="21432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PostGRE</a:t>
            </a:r>
            <a:endParaRPr/>
          </a:p>
        </p:txBody>
      </p:sp>
      <p:pic>
        <p:nvPicPr>
          <p:cNvPr id="610" name="Google Shape;610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008463" y="2493950"/>
            <a:ext cx="2771700" cy="1647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611" name="Google Shape;611;p7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70"/>
          <p:cNvSpPr txBox="1"/>
          <p:nvPr>
            <p:ph idx="16" type="subTitle"/>
          </p:nvPr>
        </p:nvSpPr>
        <p:spPr>
          <a:xfrm>
            <a:off x="4784575" y="1582650"/>
            <a:ext cx="1219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ChatGPT</a:t>
            </a:r>
            <a:endParaRPr/>
          </a:p>
        </p:txBody>
      </p:sp>
      <p:pic>
        <p:nvPicPr>
          <p:cNvPr id="613" name="Google Shape;613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59425" y="2179613"/>
            <a:ext cx="669800" cy="6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2900" y="22103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0"/>
          <p:cNvSpPr txBox="1"/>
          <p:nvPr>
            <p:ph idx="16" type="subTitle"/>
          </p:nvPr>
        </p:nvSpPr>
        <p:spPr>
          <a:xfrm>
            <a:off x="7144700" y="1582650"/>
            <a:ext cx="1219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Google Cloud</a:t>
            </a:r>
            <a:endParaRPr/>
          </a:p>
        </p:txBody>
      </p:sp>
      <p:sp>
        <p:nvSpPr>
          <p:cNvPr id="616" name="Google Shape;616;p70"/>
          <p:cNvSpPr txBox="1"/>
          <p:nvPr>
            <p:ph idx="9" type="subTitle"/>
          </p:nvPr>
        </p:nvSpPr>
        <p:spPr>
          <a:xfrm>
            <a:off x="537475" y="1582661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Torch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71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623" name="Google Shape;623;p71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624" name="Google Shape;624;p71"/>
          <p:cNvSpPr txBox="1"/>
          <p:nvPr>
            <p:ph idx="9" type="subTitle"/>
          </p:nvPr>
        </p:nvSpPr>
        <p:spPr>
          <a:xfrm>
            <a:off x="537475" y="2125986"/>
            <a:ext cx="900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Django</a:t>
            </a:r>
            <a:endParaRPr/>
          </a:p>
        </p:txBody>
      </p:sp>
      <p:sp>
        <p:nvSpPr>
          <p:cNvPr id="625" name="Google Shape;625;p71"/>
          <p:cNvSpPr txBox="1"/>
          <p:nvPr>
            <p:ph idx="9" type="subTitle"/>
          </p:nvPr>
        </p:nvSpPr>
        <p:spPr>
          <a:xfrm>
            <a:off x="1962550" y="2125975"/>
            <a:ext cx="21432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Flutter</a:t>
            </a:r>
            <a:endParaRPr/>
          </a:p>
        </p:txBody>
      </p:sp>
      <p:sp>
        <p:nvSpPr>
          <p:cNvPr id="626" name="Google Shape;626;p71"/>
          <p:cNvSpPr txBox="1"/>
          <p:nvPr>
            <p:ph idx="16" type="subTitle"/>
          </p:nvPr>
        </p:nvSpPr>
        <p:spPr>
          <a:xfrm>
            <a:off x="4784575" y="2125975"/>
            <a:ext cx="1219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Kotlin</a:t>
            </a:r>
            <a:endParaRPr/>
          </a:p>
        </p:txBody>
      </p:sp>
      <p:pic>
        <p:nvPicPr>
          <p:cNvPr id="627" name="Google Shape;62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7513" y="2380963"/>
            <a:ext cx="1873875" cy="18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71"/>
          <p:cNvSpPr txBox="1"/>
          <p:nvPr>
            <p:ph idx="16" type="subTitle"/>
          </p:nvPr>
        </p:nvSpPr>
        <p:spPr>
          <a:xfrm>
            <a:off x="7073450" y="2125975"/>
            <a:ext cx="1219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Cloud Console</a:t>
            </a:r>
            <a:endParaRPr/>
          </a:p>
        </p:txBody>
      </p:sp>
      <p:pic>
        <p:nvPicPr>
          <p:cNvPr id="629" name="Google Shape;629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9400" y="2405613"/>
            <a:ext cx="26098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1525" y="2251900"/>
            <a:ext cx="2132000" cy="21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563" y="2474536"/>
            <a:ext cx="1686725" cy="168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2"/>
          <p:cNvSpPr txBox="1"/>
          <p:nvPr>
            <p:ph type="title"/>
          </p:nvPr>
        </p:nvSpPr>
        <p:spPr>
          <a:xfrm>
            <a:off x="291800" y="465200"/>
            <a:ext cx="5666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